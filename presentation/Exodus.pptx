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A058-C9AC-DCB1-019C-78EAC38B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56F6A-3C76-1920-A9B9-F4381B1BA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FD7B3-6E2F-86EE-B125-D4F12AA0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DB78-51E7-28E7-91B0-A32B4B1D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70911-22E2-73BD-BBB6-19D2E804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26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B1A8-27A1-4A42-12E5-8983C392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3F26-C6EC-CBE6-0FAA-A28F8BA8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761F-A365-7BDA-1945-9A0C8A8D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59B79-938F-07CD-82C6-18C7BAE3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71B6-DD3D-1A5D-E25A-A8AD8AA1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99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08A0-4D7B-3934-DD8E-48EAE3E1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7927-B93B-3323-F255-F4D20B522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63339-9120-1140-C295-BDD79ED56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2FD43-5609-8F90-BA35-548930DC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537-C971-4940-FDDD-F000EAE4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3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B7DE-C4E4-88CD-7EF9-641DCFA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9323-D564-A243-FCCC-1F2F89AF6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85A40-2985-C7CA-FD20-013EA4E12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39032-0ADA-6E3B-2166-803AC9C21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BDE65-3279-A324-4146-9AC3496B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31F00-DF6B-1F86-5430-7F51E98B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53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E2C2-354F-D71F-357C-B8E28D12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43552-27E8-1838-84F3-50A3FCF7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C29B1-B2D9-C660-BAF4-6454FFB57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918E5-1E13-F06A-AD32-49B28A56E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7510B-FE75-4FCA-79BC-26A1EB34C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45837-4903-0FFD-860A-E19A90BD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E4065-5631-666F-D1A2-4F824E93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F4C17-DDE5-5F47-04FD-BF2E7F7C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9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4D8E-560A-36C9-4FB3-B25408BB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F3E9A-3C01-C971-1B63-EED3DB2D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1211E-1F1E-7ACE-9809-8557B09F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EB3E2-200E-426B-7AD5-A0D82992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5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2CDC5-1BA0-7CA2-F986-10CC77AE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DAFCF-23CA-FF2C-2D72-6F1ABCAC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26F0B-B3AF-519A-5FCE-9A81D362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1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3B9D-34D1-C75F-6987-061EA25F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CCFE-A111-0377-1FFD-77381E5E2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63544-ADE1-3DC5-1971-0F6B1823A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AAEB1-9458-8E50-B5CB-0C0B8C7D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5B12D-BDC9-B0ED-1FFD-6A533E14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13886-F1BC-DFE5-CCE0-493522D9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71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68EA-4B4E-10EB-BBC0-40C7515D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3286C-8FCC-EBC2-4907-A841FF3CF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BC273-785A-8D68-8643-BB0FD100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113D7-007C-3F50-2109-4BCD34EB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B1BF3-60A2-E0CC-015B-B41DB9B4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DA096-2D9F-65EA-9E04-B6D06294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1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AF8A-0DBF-A623-2334-466C7B3F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68DBF-5022-9B93-FB15-55A1C72CF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17849-124E-4003-7501-6AA64AAC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82F9B-AA3E-9C2C-8E31-2D8251E4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3E3D-8466-CC68-27DE-36A89E1B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53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061CD-3D9F-E031-EE6D-5DCDA13BD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83E60-EC6A-AFCA-018D-ABBE11667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7F763-47D2-1D77-411A-A88CDC60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A2FA9-32E9-8028-9B2A-478912FA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84F71-0255-585E-8A66-4142A6C2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21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B0760-0949-7347-FEFF-4A6F1582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A45F2-850B-2161-51A6-D3CA166D3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F9FAB-6E83-B915-8F7E-C901AC631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2FDC1-1946-42C2-8A18-71770363F801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ED987-309C-4E57-3461-CB98B2C14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71BE-247D-AF12-A041-A48D89147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9510D-F5A2-4628-98B1-2FE702074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41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ADF9-65A4-082C-D350-F5F299134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5B3F5-C676-AEA2-34BD-D1633AF0F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9CD13-DA66-1202-3CFA-46B3605CA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D19C-A904-2E86-3D4F-82FB4659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A0D1-75BA-3EE0-CB8E-330D87CDF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ECF06-2AF0-BA3C-B4CF-4B3664DE7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FD69EA-9BD0-16BF-6194-50D30C856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7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2440-BBA4-36D5-12CE-8C1F8BF8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568C-0655-2E7F-26CD-CE90F7367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0924B-2BA9-91E4-CB00-64575AF313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D4653-091A-1227-C927-1D9D06805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6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16EE-FD3F-82CC-65B3-3B536293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0672-6DFD-10CC-B1CE-8E12CB86F2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7BFA4-DD6F-C324-A914-06DE654C6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5FB98-5CD0-96C6-D0DA-6E3079A6B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6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7B67-68DB-00A7-60DB-B4547D52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4913-BDAE-EF89-DC5A-2AEC05B7F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4E664-935D-C209-3D77-B0102E60C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80F07-9FD4-4E10-FA0D-A8CB0C0C4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14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B96F3-D6CB-42F0-AF41-95AA7D00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5CCF-8BD7-F8FC-A4AE-C515955A2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3C614-6819-075C-6D64-28EB3453FA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E367-3F62-A094-EF16-F1E566324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1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76C5-61F4-EA93-600F-2A6C4FEB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C0E3-DDF5-0A74-8E1B-8476F421B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8AA29-3E57-23C7-CDC5-4CFBF290D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52563-41C6-DFC2-9A00-B922644E0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6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7170F-3FEF-46AF-B8CB-8EEC8895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805C-DFBC-DC7C-0B32-6212846B4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CC873-703D-A719-A8EE-6F3E9E071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4BA4A-0AF2-5790-E9D6-1612D9C91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764C5-151F-9C12-BBA6-CBFBEA26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7198-3283-B696-F6A5-E95D18373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E82FD-D3F1-112A-B406-D3923BD61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B3EC4-9635-A3BB-3D21-A99CA9BB2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0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785A-CB37-2F01-4464-1C54FB1E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D456-80DF-F29A-364F-7C459442F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C6DAB-49FE-BB56-790D-E65ECC4BF1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74275-3CCC-5399-326C-A4606F6B0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5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shah</dc:creator>
  <cp:lastModifiedBy>Harsh shah</cp:lastModifiedBy>
  <cp:revision>1</cp:revision>
  <dcterms:created xsi:type="dcterms:W3CDTF">2026-09-15T06:07:54Z</dcterms:created>
  <dcterms:modified xsi:type="dcterms:W3CDTF">2026-09-15T06:10:11Z</dcterms:modified>
</cp:coreProperties>
</file>